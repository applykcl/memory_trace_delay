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45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82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5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8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83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01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26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0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3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7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1FB7DE9-F562-4290-99B7-8C2189D6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354F8A8-7D5A-4944-8B6C-36BBF5C0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5BB2E-0793-B86E-AF84-3EBF288F8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3687878"/>
            <a:ext cx="8115299" cy="126540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B394289-DF67-04D6-FE3A-A1439EF6C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4953282"/>
            <a:ext cx="6781800" cy="76111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3D33C1-1D75-48E5-21BE-79C275D30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320" y="1371600"/>
            <a:ext cx="3953292" cy="222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70588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Gill Sans MT</vt:lpstr>
      <vt:lpstr>Goudy Old Style</vt:lpstr>
      <vt:lpstr>ClassicFrameVTI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Shaonan Hu</dc:creator>
  <cp:lastModifiedBy>Shaonan Hu</cp:lastModifiedBy>
  <cp:revision>2</cp:revision>
  <dcterms:created xsi:type="dcterms:W3CDTF">2026-08-16T14:12:46Z</dcterms:created>
  <dcterms:modified xsi:type="dcterms:W3CDTF">2026-08-16T21:59:04Z</dcterms:modified>
</cp:coreProperties>
</file>